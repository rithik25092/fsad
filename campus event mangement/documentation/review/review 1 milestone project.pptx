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1" r:id="rId15"/>
    <p:sldId id="272" r:id="rId16"/>
    <p:sldId id="273" r:id="rId17"/>
    <p:sldId id="274" r:id="rId18"/>
    <p:sldId id="270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  <p:bold r:id="rId31"/>
      <p:italic r:id="rId32"/>
      <p:boldItalic r:id="rId33"/>
    </p:embeddedFont>
    <p:embeddedFont>
      <p:font typeface="Gotham Bold Italics" panose="020B0604020202020204" charset="0"/>
      <p:regular r:id="rId30"/>
      <p:bold r:id="rId30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4D99E-B79B-49B0-977B-2CDFB8FBFF9A}" v="21" dt="2026-05-05T15:53:50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 autoAdjust="0"/>
    <p:restoredTop sz="94635" autoAdjust="0"/>
  </p:normalViewPr>
  <p:slideViewPr>
    <p:cSldViewPr>
      <p:cViewPr varScale="1">
        <p:scale>
          <a:sx n="30" d="100"/>
          <a:sy n="30" d="100"/>
        </p:scale>
        <p:origin x="89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mula Rithik Reddy" userId="029ce14e3308eb32" providerId="LiveId" clId="{0FCB4C3E-D566-485D-A66D-43D35FFD99EC}"/>
    <pc:docChg chg="undo custSel addSld delSld modSld">
      <pc:chgData name="Jammula Rithik Reddy" userId="029ce14e3308eb32" providerId="LiveId" clId="{0FCB4C3E-D566-485D-A66D-43D35FFD99EC}" dt="2026-05-05T15:59:18.878" v="472" actId="20577"/>
      <pc:docMkLst>
        <pc:docMk/>
      </pc:docMkLst>
      <pc:sldChg chg="modSp mod">
        <pc:chgData name="Jammula Rithik Reddy" userId="029ce14e3308eb32" providerId="LiveId" clId="{0FCB4C3E-D566-485D-A66D-43D35FFD99EC}" dt="2026-05-04T13:57:49.062" v="200" actId="1076"/>
        <pc:sldMkLst>
          <pc:docMk/>
          <pc:sldMk cId="0" sldId="256"/>
        </pc:sldMkLst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3" creationId="{7FFE0DA2-4723-7C13-5FD7-FC99B0394DDD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4" creationId="{EA8EEF4A-EB43-B7D9-87FC-7C7D752BCA78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5" creationId="{6FF32D1A-2F9C-AC53-CCBD-ABF748DF236F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6" creationId="{A7AA51DE-E8D7-A1B4-BC0D-B25C8A0C467A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24" creationId="{BB0EB85C-D9CE-08DC-1131-77C9DD1A002D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26" creationId="{55785AF5-58C8-2624-E1FD-4723B0683DE6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27" creationId="{AC6C53BF-3850-6683-E07F-D595EC8B02B2}"/>
          </ac:spMkLst>
        </pc:spChg>
        <pc:grpChg chg="mod">
          <ac:chgData name="Jammula Rithik Reddy" userId="029ce14e3308eb32" providerId="LiveId" clId="{0FCB4C3E-D566-485D-A66D-43D35FFD99EC}" dt="2026-05-04T13:57:49.062" v="200" actId="1076"/>
          <ac:grpSpMkLst>
            <pc:docMk/>
            <pc:sldMk cId="0" sldId="256"/>
            <ac:grpSpMk id="10" creationId="{00000000-0000-0000-0000-000000000000}"/>
          </ac:grpSpMkLst>
        </pc:grpChg>
        <pc:grpChg chg="mod">
          <ac:chgData name="Jammula Rithik Reddy" userId="029ce14e3308eb32" providerId="LiveId" clId="{0FCB4C3E-D566-485D-A66D-43D35FFD99EC}" dt="2026-05-04T13:57:49.062" v="200" actId="1076"/>
          <ac:grpSpMkLst>
            <pc:docMk/>
            <pc:sldMk cId="0" sldId="256"/>
            <ac:grpSpMk id="19" creationId="{00000000-0000-0000-0000-000000000000}"/>
          </ac:grpSpMkLst>
        </pc:grpChg>
        <pc:picChg chg="mod">
          <ac:chgData name="Jammula Rithik Reddy" userId="029ce14e3308eb32" providerId="LiveId" clId="{0FCB4C3E-D566-485D-A66D-43D35FFD99EC}" dt="2026-05-04T13:57:49.062" v="200" actId="1076"/>
          <ac:picMkLst>
            <pc:docMk/>
            <pc:sldMk cId="0" sldId="256"/>
            <ac:picMk id="23" creationId="{1194AAA3-5CF4-E695-04C9-0894FFF6F1F1}"/>
          </ac:picMkLst>
        </pc:picChg>
      </pc:sldChg>
      <pc:sldChg chg="addSp delSp modSp mod">
        <pc:chgData name="Jammula Rithik Reddy" userId="029ce14e3308eb32" providerId="LiveId" clId="{0FCB4C3E-D566-485D-A66D-43D35FFD99EC}" dt="2026-05-05T15:35:54.149" v="212" actId="1076"/>
        <pc:sldMkLst>
          <pc:docMk/>
          <pc:sldMk cId="0" sldId="261"/>
        </pc:sldMkLst>
        <pc:spChg chg="mod">
          <ac:chgData name="Jammula Rithik Reddy" userId="029ce14e3308eb32" providerId="LiveId" clId="{0FCB4C3E-D566-485D-A66D-43D35FFD99EC}" dt="2026-05-05T15:35:37.770" v="208"/>
          <ac:spMkLst>
            <pc:docMk/>
            <pc:sldMk cId="0" sldId="261"/>
            <ac:spMk id="43" creationId="{25F9D4B0-38FE-DBA4-164D-1745B68379A5}"/>
          </ac:spMkLst>
        </pc:spChg>
        <pc:picChg chg="add mod">
          <ac:chgData name="Jammula Rithik Reddy" userId="029ce14e3308eb32" providerId="LiveId" clId="{0FCB4C3E-D566-485D-A66D-43D35FFD99EC}" dt="2026-05-05T15:35:54.149" v="212" actId="1076"/>
          <ac:picMkLst>
            <pc:docMk/>
            <pc:sldMk cId="0" sldId="261"/>
            <ac:picMk id="4" creationId="{B969C0FA-58C8-80B6-D2E2-454C9E1298BC}"/>
          </ac:picMkLst>
        </pc:picChg>
        <pc:picChg chg="add del mod">
          <ac:chgData name="Jammula Rithik Reddy" userId="029ce14e3308eb32" providerId="LiveId" clId="{0FCB4C3E-D566-485D-A66D-43D35FFD99EC}" dt="2026-05-05T15:30:54.128" v="201" actId="478"/>
          <ac:picMkLst>
            <pc:docMk/>
            <pc:sldMk cId="0" sldId="261"/>
            <ac:picMk id="1028" creationId="{9204D599-0F1B-46FA-6D49-EDECA6D51F3B}"/>
          </ac:picMkLst>
        </pc:picChg>
      </pc:sldChg>
      <pc:sldChg chg="addSp delSp modSp mod">
        <pc:chgData name="Jammula Rithik Reddy" userId="029ce14e3308eb32" providerId="LiveId" clId="{0FCB4C3E-D566-485D-A66D-43D35FFD99EC}" dt="2026-05-05T15:36:40.088" v="216" actId="1076"/>
        <pc:sldMkLst>
          <pc:docMk/>
          <pc:sldMk cId="0" sldId="262"/>
        </pc:sldMkLst>
        <pc:picChg chg="del">
          <ac:chgData name="Jammula Rithik Reddy" userId="029ce14e3308eb32" providerId="LiveId" clId="{0FCB4C3E-D566-485D-A66D-43D35FFD99EC}" dt="2026-05-05T15:36:31.328" v="213" actId="478"/>
          <ac:picMkLst>
            <pc:docMk/>
            <pc:sldMk cId="0" sldId="262"/>
            <ac:picMk id="3" creationId="{5CB70045-5DFF-1322-8555-9B98CA3587F1}"/>
          </ac:picMkLst>
        </pc:picChg>
        <pc:picChg chg="add mod">
          <ac:chgData name="Jammula Rithik Reddy" userId="029ce14e3308eb32" providerId="LiveId" clId="{0FCB4C3E-D566-485D-A66D-43D35FFD99EC}" dt="2026-05-05T15:36:40.088" v="216" actId="1076"/>
          <ac:picMkLst>
            <pc:docMk/>
            <pc:sldMk cId="0" sldId="262"/>
            <ac:picMk id="4" creationId="{A3E2896C-C42F-CDC2-7A16-703F9046B51F}"/>
          </ac:picMkLst>
        </pc:picChg>
      </pc:sldChg>
      <pc:sldChg chg="modSp mod">
        <pc:chgData name="Jammula Rithik Reddy" userId="029ce14e3308eb32" providerId="LiveId" clId="{0FCB4C3E-D566-485D-A66D-43D35FFD99EC}" dt="2026-05-05T15:56:35.492" v="414" actId="20577"/>
        <pc:sldMkLst>
          <pc:docMk/>
          <pc:sldMk cId="0" sldId="263"/>
        </pc:sldMkLst>
        <pc:spChg chg="mod">
          <ac:chgData name="Jammula Rithik Reddy" userId="029ce14e3308eb32" providerId="LiveId" clId="{0FCB4C3E-D566-485D-A66D-43D35FFD99EC}" dt="2026-05-05T15:56:35.492" v="414" actId="20577"/>
          <ac:spMkLst>
            <pc:docMk/>
            <pc:sldMk cId="0" sldId="263"/>
            <ac:spMk id="48" creationId="{26E9F5F9-CCF8-6F05-4C01-034C88D7529E}"/>
          </ac:spMkLst>
        </pc:spChg>
      </pc:sldChg>
      <pc:sldChg chg="modSp mod">
        <pc:chgData name="Jammula Rithik Reddy" userId="029ce14e3308eb32" providerId="LiveId" clId="{0FCB4C3E-D566-485D-A66D-43D35FFD99EC}" dt="2026-05-05T15:38:53.619" v="224" actId="1076"/>
        <pc:sldMkLst>
          <pc:docMk/>
          <pc:sldMk cId="0" sldId="265"/>
        </pc:sldMkLst>
        <pc:grpChg chg="mod">
          <ac:chgData name="Jammula Rithik Reddy" userId="029ce14e3308eb32" providerId="LiveId" clId="{0FCB4C3E-D566-485D-A66D-43D35FFD99EC}" dt="2026-05-05T15:38:53.619" v="224" actId="1076"/>
          <ac:grpSpMkLst>
            <pc:docMk/>
            <pc:sldMk cId="0" sldId="265"/>
            <ac:grpSpMk id="44" creationId="{00000000-0000-0000-0000-000000000000}"/>
          </ac:grpSpMkLst>
        </pc:grpChg>
      </pc:sldChg>
      <pc:sldChg chg="addSp delSp modSp mod">
        <pc:chgData name="Jammula Rithik Reddy" userId="029ce14e3308eb32" providerId="LiveId" clId="{0FCB4C3E-D566-485D-A66D-43D35FFD99EC}" dt="2026-05-05T15:47:08.151" v="233" actId="1076"/>
        <pc:sldMkLst>
          <pc:docMk/>
          <pc:sldMk cId="1998101144" sldId="266"/>
        </pc:sldMkLst>
        <pc:picChg chg="del">
          <ac:chgData name="Jammula Rithik Reddy" userId="029ce14e3308eb32" providerId="LiveId" clId="{0FCB4C3E-D566-485D-A66D-43D35FFD99EC}" dt="2026-05-05T15:37:30.019" v="217" actId="478"/>
          <ac:picMkLst>
            <pc:docMk/>
            <pc:sldMk cId="1998101144" sldId="266"/>
            <ac:picMk id="4" creationId="{A0065497-6A11-BD4F-28E7-68BEB8D19227}"/>
          </ac:picMkLst>
        </pc:picChg>
        <pc:picChg chg="add mod">
          <ac:chgData name="Jammula Rithik Reddy" userId="029ce14e3308eb32" providerId="LiveId" clId="{0FCB4C3E-D566-485D-A66D-43D35FFD99EC}" dt="2026-05-05T15:47:08.151" v="233" actId="1076"/>
          <ac:picMkLst>
            <pc:docMk/>
            <pc:sldMk cId="1998101144" sldId="266"/>
            <ac:picMk id="5" creationId="{EC7272ED-2DF8-40EE-2312-4729A2CEA424}"/>
          </ac:picMkLst>
        </pc:picChg>
      </pc:sldChg>
      <pc:sldChg chg="addSp delSp modSp mod">
        <pc:chgData name="Jammula Rithik Reddy" userId="029ce14e3308eb32" providerId="LiveId" clId="{0FCB4C3E-D566-485D-A66D-43D35FFD99EC}" dt="2026-05-05T15:50:40.395" v="279" actId="1076"/>
        <pc:sldMkLst>
          <pc:docMk/>
          <pc:sldMk cId="47544820" sldId="267"/>
        </pc:sldMkLst>
        <pc:picChg chg="add mod">
          <ac:chgData name="Jammula Rithik Reddy" userId="029ce14e3308eb32" providerId="LiveId" clId="{0FCB4C3E-D566-485D-A66D-43D35FFD99EC}" dt="2026-05-05T15:50:40.395" v="279" actId="1076"/>
          <ac:picMkLst>
            <pc:docMk/>
            <pc:sldMk cId="47544820" sldId="267"/>
            <ac:picMk id="4" creationId="{07013563-E695-BD77-8165-F20BB94527F2}"/>
          </ac:picMkLst>
        </pc:picChg>
        <pc:picChg chg="del">
          <ac:chgData name="Jammula Rithik Reddy" userId="029ce14e3308eb32" providerId="LiveId" clId="{0FCB4C3E-D566-485D-A66D-43D35FFD99EC}" dt="2026-05-05T15:38:10.617" v="219" actId="478"/>
          <ac:picMkLst>
            <pc:docMk/>
            <pc:sldMk cId="47544820" sldId="267"/>
            <ac:picMk id="6" creationId="{8F450012-66D1-BD28-64FA-6C6C0077BEF5}"/>
          </ac:picMkLst>
        </pc:picChg>
      </pc:sldChg>
      <pc:sldChg chg="addSp delSp modSp mod">
        <pc:chgData name="Jammula Rithik Reddy" userId="029ce14e3308eb32" providerId="LiveId" clId="{0FCB4C3E-D566-485D-A66D-43D35FFD99EC}" dt="2026-05-05T15:49:07.467" v="253" actId="1076"/>
        <pc:sldMkLst>
          <pc:docMk/>
          <pc:sldMk cId="84889951" sldId="268"/>
        </pc:sldMkLst>
        <pc:picChg chg="add mod">
          <ac:chgData name="Jammula Rithik Reddy" userId="029ce14e3308eb32" providerId="LiveId" clId="{0FCB4C3E-D566-485D-A66D-43D35FFD99EC}" dt="2026-05-05T15:49:07.467" v="253" actId="1076"/>
          <ac:picMkLst>
            <pc:docMk/>
            <pc:sldMk cId="84889951" sldId="268"/>
            <ac:picMk id="4" creationId="{D23A12D8-69A2-5BFC-52EE-37AFB5982E48}"/>
          </ac:picMkLst>
        </pc:picChg>
        <pc:picChg chg="del">
          <ac:chgData name="Jammula Rithik Reddy" userId="029ce14e3308eb32" providerId="LiveId" clId="{0FCB4C3E-D566-485D-A66D-43D35FFD99EC}" dt="2026-05-05T15:38:15.041" v="220" actId="478"/>
          <ac:picMkLst>
            <pc:docMk/>
            <pc:sldMk cId="84889951" sldId="268"/>
            <ac:picMk id="6" creationId="{57583C7C-45DA-B550-3815-3E81753F2F4F}"/>
          </ac:picMkLst>
        </pc:picChg>
      </pc:sldChg>
      <pc:sldChg chg="addSp delSp modSp mod">
        <pc:chgData name="Jammula Rithik Reddy" userId="029ce14e3308eb32" providerId="LiveId" clId="{0FCB4C3E-D566-485D-A66D-43D35FFD99EC}" dt="2026-05-05T15:50:15.541" v="273" actId="14100"/>
        <pc:sldMkLst>
          <pc:docMk/>
          <pc:sldMk cId="3981187392" sldId="269"/>
        </pc:sldMkLst>
        <pc:picChg chg="add del mod">
          <ac:chgData name="Jammula Rithik Reddy" userId="029ce14e3308eb32" providerId="LiveId" clId="{0FCB4C3E-D566-485D-A66D-43D35FFD99EC}" dt="2026-05-05T15:49:55.601" v="263" actId="478"/>
          <ac:picMkLst>
            <pc:docMk/>
            <pc:sldMk cId="3981187392" sldId="269"/>
            <ac:picMk id="4" creationId="{D24E051E-EBCB-A897-F44C-C3688AD92C2C}"/>
          </ac:picMkLst>
        </pc:picChg>
        <pc:picChg chg="del">
          <ac:chgData name="Jammula Rithik Reddy" userId="029ce14e3308eb32" providerId="LiveId" clId="{0FCB4C3E-D566-485D-A66D-43D35FFD99EC}" dt="2026-05-05T15:38:07.493" v="218" actId="478"/>
          <ac:picMkLst>
            <pc:docMk/>
            <pc:sldMk cId="3981187392" sldId="269"/>
            <ac:picMk id="6" creationId="{63C1089E-D54C-1833-0775-09D807C76846}"/>
          </ac:picMkLst>
        </pc:picChg>
        <pc:picChg chg="add mod">
          <ac:chgData name="Jammula Rithik Reddy" userId="029ce14e3308eb32" providerId="LiveId" clId="{0FCB4C3E-D566-485D-A66D-43D35FFD99EC}" dt="2026-05-05T15:50:15.541" v="273" actId="14100"/>
          <ac:picMkLst>
            <pc:docMk/>
            <pc:sldMk cId="3981187392" sldId="269"/>
            <ac:picMk id="39" creationId="{6593B62A-132F-D20E-949B-4D3A9A5A5484}"/>
          </ac:picMkLst>
        </pc:picChg>
      </pc:sldChg>
      <pc:sldChg chg="addSp delSp modSp mod">
        <pc:chgData name="Jammula Rithik Reddy" userId="029ce14e3308eb32" providerId="LiveId" clId="{0FCB4C3E-D566-485D-A66D-43D35FFD99EC}" dt="2026-05-05T15:49:30.066" v="262" actId="1076"/>
        <pc:sldMkLst>
          <pc:docMk/>
          <pc:sldMk cId="2843186737" sldId="271"/>
        </pc:sldMkLst>
        <pc:picChg chg="add mod">
          <ac:chgData name="Jammula Rithik Reddy" userId="029ce14e3308eb32" providerId="LiveId" clId="{0FCB4C3E-D566-485D-A66D-43D35FFD99EC}" dt="2026-05-05T15:49:30.066" v="262" actId="1076"/>
          <ac:picMkLst>
            <pc:docMk/>
            <pc:sldMk cId="2843186737" sldId="271"/>
            <ac:picMk id="3" creationId="{222CC9BA-17E0-F5F9-925C-6CB8AA430AB4}"/>
          </ac:picMkLst>
        </pc:picChg>
        <pc:picChg chg="del">
          <ac:chgData name="Jammula Rithik Reddy" userId="029ce14e3308eb32" providerId="LiveId" clId="{0FCB4C3E-D566-485D-A66D-43D35FFD99EC}" dt="2026-05-05T15:38:16.783" v="221" actId="478"/>
          <ac:picMkLst>
            <pc:docMk/>
            <pc:sldMk cId="2843186737" sldId="271"/>
            <ac:picMk id="5" creationId="{D7DF7773-657D-BB4A-8509-1F7A1CB17CFB}"/>
          </ac:picMkLst>
        </pc:picChg>
      </pc:sldChg>
      <pc:sldChg chg="addSp delSp modSp mod">
        <pc:chgData name="Jammula Rithik Reddy" userId="029ce14e3308eb32" providerId="LiveId" clId="{0FCB4C3E-D566-485D-A66D-43D35FFD99EC}" dt="2026-05-05T15:50:59.590" v="285" actId="1076"/>
        <pc:sldMkLst>
          <pc:docMk/>
          <pc:sldMk cId="1683621742" sldId="272"/>
        </pc:sldMkLst>
        <pc:picChg chg="add mod">
          <ac:chgData name="Jammula Rithik Reddy" userId="029ce14e3308eb32" providerId="LiveId" clId="{0FCB4C3E-D566-485D-A66D-43D35FFD99EC}" dt="2026-05-05T15:50:59.590" v="285" actId="1076"/>
          <ac:picMkLst>
            <pc:docMk/>
            <pc:sldMk cId="1683621742" sldId="272"/>
            <ac:picMk id="3" creationId="{841EA236-7934-05D7-CB4C-1C1C0CEFC452}"/>
          </ac:picMkLst>
        </pc:picChg>
        <pc:picChg chg="del">
          <ac:chgData name="Jammula Rithik Reddy" userId="029ce14e3308eb32" providerId="LiveId" clId="{0FCB4C3E-D566-485D-A66D-43D35FFD99EC}" dt="2026-05-05T15:38:19.200" v="222" actId="478"/>
          <ac:picMkLst>
            <pc:docMk/>
            <pc:sldMk cId="1683621742" sldId="272"/>
            <ac:picMk id="4" creationId="{FC920B30-A981-8940-8115-D8986A5649AD}"/>
          </ac:picMkLst>
        </pc:picChg>
      </pc:sldChg>
      <pc:sldChg chg="addSp delSp modSp mod">
        <pc:chgData name="Jammula Rithik Reddy" userId="029ce14e3308eb32" providerId="LiveId" clId="{0FCB4C3E-D566-485D-A66D-43D35FFD99EC}" dt="2026-05-05T15:51:15.284" v="292" actId="14100"/>
        <pc:sldMkLst>
          <pc:docMk/>
          <pc:sldMk cId="4226093522" sldId="273"/>
        </pc:sldMkLst>
        <pc:picChg chg="add mod">
          <ac:chgData name="Jammula Rithik Reddy" userId="029ce14e3308eb32" providerId="LiveId" clId="{0FCB4C3E-D566-485D-A66D-43D35FFD99EC}" dt="2026-05-05T15:51:15.284" v="292" actId="14100"/>
          <ac:picMkLst>
            <pc:docMk/>
            <pc:sldMk cId="4226093522" sldId="273"/>
            <ac:picMk id="3" creationId="{3D769A01-DC55-2824-2500-81F58E44D7F9}"/>
          </ac:picMkLst>
        </pc:picChg>
        <pc:picChg chg="del">
          <ac:chgData name="Jammula Rithik Reddy" userId="029ce14e3308eb32" providerId="LiveId" clId="{0FCB4C3E-D566-485D-A66D-43D35FFD99EC}" dt="2026-05-05T15:38:21.354" v="223" actId="478"/>
          <ac:picMkLst>
            <pc:docMk/>
            <pc:sldMk cId="4226093522" sldId="273"/>
            <ac:picMk id="38" creationId="{0A5496D9-FD73-0B68-75A4-2F80EF0E2AA3}"/>
          </ac:picMkLst>
        </pc:picChg>
      </pc:sldChg>
      <pc:sldChg chg="addSp delSp modSp add mod">
        <pc:chgData name="Jammula Rithik Reddy" userId="029ce14e3308eb32" providerId="LiveId" clId="{0FCB4C3E-D566-485D-A66D-43D35FFD99EC}" dt="2026-05-05T15:59:18.878" v="472" actId="20577"/>
        <pc:sldMkLst>
          <pc:docMk/>
          <pc:sldMk cId="946803988" sldId="274"/>
        </pc:sldMkLst>
        <pc:spChg chg="mod">
          <ac:chgData name="Jammula Rithik Reddy" userId="029ce14e3308eb32" providerId="LiveId" clId="{0FCB4C3E-D566-485D-A66D-43D35FFD99EC}" dt="2026-05-05T15:58:12.410" v="439" actId="20577"/>
          <ac:spMkLst>
            <pc:docMk/>
            <pc:sldMk cId="946803988" sldId="274"/>
            <ac:spMk id="6" creationId="{66C0210A-892B-F92C-12A8-FA2592D85DE3}"/>
          </ac:spMkLst>
        </pc:spChg>
        <pc:spChg chg="mod">
          <ac:chgData name="Jammula Rithik Reddy" userId="029ce14e3308eb32" providerId="LiveId" clId="{0FCB4C3E-D566-485D-A66D-43D35FFD99EC}" dt="2026-05-05T15:57:49.560" v="421" actId="20577"/>
          <ac:spMkLst>
            <pc:docMk/>
            <pc:sldMk cId="946803988" sldId="274"/>
            <ac:spMk id="9" creationId="{14B53F64-8DEF-D38A-C217-0E62BB2A4F6C}"/>
          </ac:spMkLst>
        </pc:spChg>
        <pc:spChg chg="mod">
          <ac:chgData name="Jammula Rithik Reddy" userId="029ce14e3308eb32" providerId="LiveId" clId="{0FCB4C3E-D566-485D-A66D-43D35FFD99EC}" dt="2026-05-05T15:59:18.878" v="472" actId="20577"/>
          <ac:spMkLst>
            <pc:docMk/>
            <pc:sldMk cId="946803988" sldId="274"/>
            <ac:spMk id="40" creationId="{DDCFEF1C-A563-05C0-73DE-C31208E01A9C}"/>
          </ac:spMkLst>
        </pc:spChg>
        <pc:picChg chg="del">
          <ac:chgData name="Jammula Rithik Reddy" userId="029ce14e3308eb32" providerId="LiveId" clId="{0FCB4C3E-D566-485D-A66D-43D35FFD99EC}" dt="2026-05-05T15:58:18.925" v="440" actId="478"/>
          <ac:picMkLst>
            <pc:docMk/>
            <pc:sldMk cId="946803988" sldId="274"/>
            <ac:picMk id="3" creationId="{30AF1C81-9535-ECB0-A110-2F9F55D0A907}"/>
          </ac:picMkLst>
        </pc:picChg>
        <pc:picChg chg="add mod">
          <ac:chgData name="Jammula Rithik Reddy" userId="029ce14e3308eb32" providerId="LiveId" clId="{0FCB4C3E-D566-485D-A66D-43D35FFD99EC}" dt="2026-05-05T15:58:49.647" v="446" actId="1076"/>
          <ac:picMkLst>
            <pc:docMk/>
            <pc:sldMk cId="946803988" sldId="274"/>
            <ac:picMk id="4" creationId="{4807D9BC-3299-50E2-FA73-29F4A4A12790}"/>
          </ac:picMkLst>
        </pc:picChg>
      </pc:sldChg>
      <pc:sldChg chg="new del">
        <pc:chgData name="Jammula Rithik Reddy" userId="029ce14e3308eb32" providerId="LiveId" clId="{0FCB4C3E-D566-485D-A66D-43D35FFD99EC}" dt="2026-05-05T15:57:12.454" v="416" actId="47"/>
        <pc:sldMkLst>
          <pc:docMk/>
          <pc:sldMk cId="1556246626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D436-A5EA-93C7-6A2B-5E7563E5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2C7C-5860-DB36-75C2-B2A63000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4B7C-D205-566F-705D-3B1101D15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F237-BECC-4009-C54B-219B21977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59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AFB3-1208-CB08-9BE5-B6B36476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EF280-CC82-C49F-8048-90FEAED2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88665-A4C2-C01A-1610-238C74FF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2ADF-FDAB-B252-3C81-73C3037F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2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13EE-536D-B96D-2EA3-B6BF8E79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32F2B-BE38-D411-F08B-1D2BB2C6C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3865F-153D-3087-E712-2C5AEEC5C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68A81-96CE-D047-7FE9-8AE846B4C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93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685888" y="-95564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0041924" y="-13069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243" y="2728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283802" y="16846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16635" y="33485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651557" y="39741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Date:25-03-26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447800" y="61341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17670" y="7886700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J.Rithik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Reddy – VTU25092 – 23UECS0744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868835" y="78947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Professor(Senior 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133600" y="70485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38875" y="1975464"/>
            <a:ext cx="15082325" cy="1175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academic institutions, event registration and management are handled manually or through unorganized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confusion, duplicate registrations, and difficulty in tracking student participation.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event deadlines and maintaining accurate records becomes challenging for administrators.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Academic Campus Event &amp; Registration Portal provides a centralized digital solution.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for events and view their participation history.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 registrations, generate reports, and manage event details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transparency, prevents duplicate registrations, and enforces deadline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supports digital campus transformation and enhances overall academic engagement.</a:t>
            </a:r>
          </a:p>
          <a:p>
            <a:pPr marL="457200" indent="-457200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54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institutions conduct multiple technical, cultural, and sports events throughout the year.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registrations manually or through informal methods leads to data mismanagement.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register multiple times or miss deadlines due to lack of proper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face difficulty in monitoring participant lists and generating reports.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proper mechanism to prevent duplicate registrations and enforce deadline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participation records are not centrally stored or easily accessible.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validation mechanisms affects transparency and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structured and automated event registration system is required.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web-based Academic Campus Event &amp; Registration Portal for automated event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secure login, duplicate registration prevention, deadline validation, and real-time report generation for students and administrators.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04900"/>
            <a:ext cx="15082325" cy="1431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User login details, event selection, registration requests.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 Authentication, duplicate registration check, deadline validation, data retrieval and report generation.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Stores student details, admin details, event information, and registrations.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Registration confirmation, error messages, student report, and admin summary report.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69C0FA-58C8-80B6-D2E2-454C9E129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876" y="1634731"/>
            <a:ext cx="1070304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E2896C-C42F-CDC2-7A16-703F9046B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991" y="1638300"/>
            <a:ext cx="14630400" cy="80379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81200" y="2040097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Frontend:</a:t>
            </a:r>
            <a:br>
              <a:rPr lang="en-IN" sz="3200" dirty="0"/>
            </a:br>
            <a:r>
              <a:rPr lang="en-IN" sz="3200" dirty="0"/>
              <a:t>        - HTML5, CSS3,Thymeleaf,JavaScript (ES6)</a:t>
            </a:r>
          </a:p>
          <a:p>
            <a:r>
              <a:rPr lang="en-IN" sz="3200" b="1" dirty="0"/>
              <a:t>Backend:</a:t>
            </a:r>
            <a:br>
              <a:rPr lang="en-IN" sz="3200" dirty="0"/>
            </a:br>
            <a:r>
              <a:rPr lang="en-IN" sz="3200" dirty="0"/>
              <a:t>        - Java (Spring Boot),Spring </a:t>
            </a:r>
            <a:r>
              <a:rPr lang="en-IN" sz="3200" dirty="0" err="1"/>
              <a:t>MVC,Spring</a:t>
            </a:r>
            <a:r>
              <a:rPr lang="en-IN" sz="3200" dirty="0"/>
              <a:t> </a:t>
            </a:r>
            <a:r>
              <a:rPr lang="en-IN" sz="3200" dirty="0" err="1"/>
              <a:t>Security,Spring</a:t>
            </a:r>
            <a:r>
              <a:rPr lang="en-IN" sz="3200" dirty="0"/>
              <a:t> Data JPA (Hibernate)</a:t>
            </a:r>
          </a:p>
          <a:p>
            <a:r>
              <a:rPr lang="en-IN" sz="3200" b="1" dirty="0"/>
              <a:t>Database:</a:t>
            </a:r>
            <a:br>
              <a:rPr lang="en-IN" sz="3200" dirty="0"/>
            </a:br>
            <a:r>
              <a:rPr lang="en-IN" sz="3200" dirty="0"/>
              <a:t>        - MySQL</a:t>
            </a:r>
          </a:p>
          <a:p>
            <a:r>
              <a:rPr lang="en-IN" sz="3200" b="1" dirty="0"/>
              <a:t>Tools:</a:t>
            </a:r>
            <a:br>
              <a:rPr lang="en-IN" sz="3200" dirty="0"/>
            </a:br>
            <a:r>
              <a:rPr lang="en-IN" sz="3200" dirty="0"/>
              <a:t>        - Apache Tomcat (Embedded Server),Visual Studio Code / IntelliJ </a:t>
            </a:r>
            <a:r>
              <a:rPr lang="en-IN" sz="3200" dirty="0" err="1"/>
              <a:t>IDEA,MySQL</a:t>
            </a:r>
            <a:r>
              <a:rPr lang="en-IN" sz="3200" dirty="0"/>
              <a:t> </a:t>
            </a:r>
            <a:r>
              <a:rPr lang="en-IN" sz="3200" dirty="0" err="1"/>
              <a:t>Workbench,Maven</a:t>
            </a:r>
            <a:endParaRPr lang="en-IN" sz="3200" dirty="0"/>
          </a:p>
          <a:p>
            <a:r>
              <a:rPr lang="en-IN" sz="3200" b="1" dirty="0"/>
              <a:t>Hardware/Software Requirements:</a:t>
            </a:r>
            <a:br>
              <a:rPr lang="en-IN" sz="3200" dirty="0"/>
            </a:br>
            <a:r>
              <a:rPr lang="en-IN" sz="3200" dirty="0"/>
              <a:t>        - System with minimum 4GB RAM</a:t>
            </a:r>
            <a:br>
              <a:rPr lang="en-IN" sz="3200" dirty="0"/>
            </a:br>
            <a:r>
              <a:rPr lang="en-IN" sz="3200" dirty="0"/>
              <a:t>        - JDK 17 or above (or JDK 8+)</a:t>
            </a:r>
            <a:br>
              <a:rPr lang="en-IN" sz="3200" dirty="0"/>
            </a:br>
            <a:r>
              <a:rPr lang="en-IN" sz="3200" dirty="0"/>
              <a:t>        - Apache Tomcat (Embedded with Spring Boot)</a:t>
            </a:r>
            <a:br>
              <a:rPr lang="en-IN" sz="3200" dirty="0"/>
            </a:br>
            <a:r>
              <a:rPr lang="en-IN" sz="3200" dirty="0"/>
              <a:t>        - MySQL </a:t>
            </a:r>
            <a:r>
              <a:rPr lang="en-IN" sz="3200" dirty="0" err="1"/>
              <a:t>Server,Web</a:t>
            </a:r>
            <a:r>
              <a:rPr lang="en-IN" sz="3200" dirty="0"/>
              <a:t> Browser (Google Chrome / Edge)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registration, login, event viewing, event registration, and viewing registered events.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login, event creation, and viewing all student registrations.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event details, registration deadlines, duplicate checks, and event updates.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registration reports where students see their own registrations and admin sees complete event summaries.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3675979" y="7646357"/>
            <a:ext cx="105576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main entry page of the system.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or log in, and admin can log in from 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272ED-2DF8-40EE-2312-4729A2CEA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453" y="2114180"/>
            <a:ext cx="12034431" cy="513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579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12918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allows the admin to log in using username and password.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login, the admin can view registration reports.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593B62A-132F-D20E-949B-4D3A9A5A5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359" y="2312217"/>
            <a:ext cx="10226641" cy="455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4063157" y="1270883"/>
            <a:ext cx="1053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EVENT REGISTRATION SUMMARY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7" y="7227433"/>
            <a:ext cx="134575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all event registrations of the students.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each event with the total number of registered students and their names.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013563-E695-BD77-8165-F20BB9452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523" y="2355095"/>
            <a:ext cx="13102837" cy="443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82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0" y="7246464"/>
            <a:ext cx="126720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allows new students to create an account by entering their details.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registration, they can log in and register for events.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3A12D8-69A2-5BFC-52EE-37AFB5982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48" y="2041928"/>
            <a:ext cx="13074522" cy="508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5109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LOGIN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0" y="7055740"/>
            <a:ext cx="1292212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allows registered students to log in using their email and password.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login, they can view and register for available events.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2CC9BA-17E0-F5F9-925C-6CB8AA430A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668" y="1821940"/>
            <a:ext cx="12088950" cy="52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87AC-E56D-5248-F9F8-F5819C57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4698480-3D06-6C58-CC82-514734E1583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8F37E3-9B93-AE02-B772-F48C6293BD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747B5E-A627-0449-CE02-72B6098B13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4CB8F7-3AF6-1108-C2B9-D0A36C8001F3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39128-5DB5-9091-1EAD-1C4F6BE05D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0CBD1B-53B1-4636-FD1D-91577A0C8D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10E973D-0968-4727-AB5B-25210BD283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544A67-1499-6935-078D-E0C134B80E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EC4E02B-3198-170E-31F6-7642637E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8A07A4F-29B4-6D7C-CAD2-7B1880D5C6C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E478581-ED86-E21F-B670-CF396BC13F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C563404-D40A-FFCF-E8B0-59B0612F48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2852ABF-D3E8-3145-353E-DB9CD5A0358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D53BFC7-569D-2097-71C6-AD4B06A0540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969066-7E6C-A393-697B-C2B8288F38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AB29B4C-914B-3081-4A26-9699046DBB1F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4E7F527-3EA9-E1B0-115B-84CAFABAD0A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CB64685-9C4E-3801-4B04-9495B0A687C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0A4FFA3-C06C-EFC1-FED9-D3C9BE4AF7F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9A5603-4080-5790-D408-3450AD345E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2CE0E3B-8A44-0A02-B5CD-06E5D56572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546AA40-7AD8-329D-732B-A16E9C74A6B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6108D9-85DD-5FC8-5F9A-AD694A2936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C216D88-6B8A-D410-37D5-74E902DBBD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F0B99ED-54A8-92EE-9898-C398304DB3A6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1DAB2AB-54CF-9FD8-B1E4-010149B5A5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F9B3B8E-4644-702F-1E0C-85D9FCEEBD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882A71B6-8CB0-B2D3-6506-8389FFA7796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37468C3-FA46-705E-2C80-C92F1BCAB64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4817118-C86D-9A56-1750-6D9A7B14FA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09C7EDF-3E23-4F47-EE6E-F95650E4BE7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B5C05DB-C1E0-9450-77CA-B6B80B5CBB0E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B4C5-324C-67C9-CC0B-35657F84271E}"/>
              </a:ext>
            </a:extLst>
          </p:cNvPr>
          <p:cNvSpPr txBox="1"/>
          <p:nvPr/>
        </p:nvSpPr>
        <p:spPr>
          <a:xfrm>
            <a:off x="6392769" y="1146935"/>
            <a:ext cx="5871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EVENTS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F6BE5-DE54-49A9-80EA-ABC7EED6EBE7}"/>
              </a:ext>
            </a:extLst>
          </p:cNvPr>
          <p:cNvSpPr txBox="1"/>
          <p:nvPr/>
        </p:nvSpPr>
        <p:spPr>
          <a:xfrm>
            <a:off x="3532417" y="6821859"/>
            <a:ext cx="140300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all available events with details like date, venue, and description.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directly from this dashboard.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1EA236-7934-05D7-CB4C-1C1C0CEFC4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806" y="1919375"/>
            <a:ext cx="13464403" cy="495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21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FEFF-7E92-B3A8-1EFF-C2E22918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8077174-DDD1-7261-93EF-68F5BEE6DA5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C13E98-A2B0-B258-B938-405E97116F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3A2114-F634-473F-F799-A871DB7EBC6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010598B-6D40-7127-4E1A-27F2C18263D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D06339-A381-F732-B107-073E7C4E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2250B92-386A-0290-B2A9-623C451A30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BF87B87-7EF0-0B86-A6D9-CDE48B92AE8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A776EE4-7AC0-8400-C960-BEB7E5F8F7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1CC29D1-2E74-25E1-D5C4-FF4FCB787B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CDBD1B3-EFE3-52A7-74CE-F95EF4A17A8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E94E15C-838C-0767-66FF-251DB9DBC5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C562C6F-CB2D-55B2-7A45-D1887B7720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90268BE-7543-A824-F154-1366723F859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732C978-33E1-5F71-C647-C61B2E9EBA4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758969F-BB60-9805-E53D-B8FA41B1E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D1BA0F9-F450-FD66-25BA-A72EA892879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D0223AC-3B88-6694-EF4A-A31EC8868F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97716-9B4B-102A-706D-FAE65E3E19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C615E94-0835-B71B-FBEE-B64BA27E9B2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A93EDA1-78CC-298E-1D82-1A311323A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8857637-3848-EBFA-4704-7041674EB3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07FF2B0-68E9-88CF-F6C0-60561B6F8A9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341B07-B3B0-765C-7A54-FE873BEEA2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BE56054-9829-93E0-CE0C-F0CF759CF4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958F60C-0BFC-7F35-CDF1-0E8CE6AEA0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B9F76F1-3F68-DF56-E14A-D7F0C2F0F7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E71D209-7837-18EA-916E-D02A268A18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D06A2D2-CD2D-2EF2-7CC6-760B405DC5E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EFBBDC0-D865-38C7-B786-4ADA9DBAED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4EF92F2-654B-6A8E-1D3A-A32ECFC3A9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A80EFC7-7710-7696-3046-AA900A94A19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5B96202-A31A-E367-A77D-A41693B6B74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6EE82-BF90-3D0B-D5EE-A3CD8BF1A43D}"/>
              </a:ext>
            </a:extLst>
          </p:cNvPr>
          <p:cNvSpPr txBox="1"/>
          <p:nvPr/>
        </p:nvSpPr>
        <p:spPr>
          <a:xfrm>
            <a:off x="6392769" y="1146935"/>
            <a:ext cx="8379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REGISTERED EVENTS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0EEBE-2712-45B4-8BC4-EDB278409951}"/>
              </a:ext>
            </a:extLst>
          </p:cNvPr>
          <p:cNvSpPr txBox="1"/>
          <p:nvPr/>
        </p:nvSpPr>
        <p:spPr>
          <a:xfrm>
            <a:off x="3039551" y="6611516"/>
            <a:ext cx="129320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the events that the student has successfully registered for.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view their registered event details in one place.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769A01-DC55-2824-2500-81F58E44D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754" y="1950970"/>
            <a:ext cx="12058864" cy="468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93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03E36-16F8-1D01-DE95-D976AAF9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130314E4-2451-345D-46A6-C12C465AB22B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75FBEEA-B15B-9942-ED37-3D00511ABA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4B53F64-8DEF-D38A-C217-0E62BB2A4F6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8(G)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5ECDFCD-6A95-ED4E-E887-83073D52C7F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D75CF63-7AD7-3025-D50D-482E23BD23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321DD4-0A68-2A0D-AAF2-977652B2B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23128D4-8F9D-2B4B-FF0A-E4D36763A04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BB5ACCB-5F1D-AB63-E3ED-BF52C5878E8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8BB35B3-D991-4098-8A64-F8CE1A95FEB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33A9220-5FD8-C65B-265C-7C12B7AB293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4F6C814-6D69-3883-B879-ED378AF2188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273EDFF-112A-251C-2FAE-1D20ACC4A9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B4A5C20-F25B-A4C8-DCCD-353C8C561B3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C317FBA-0305-0107-3DDB-11AB5FEA51B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DF9B939-9D87-33A2-7D70-A8BFF4771E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CEBD53C-31C7-5263-C799-203BEF261CA5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2E033D-ECB9-708B-D235-0C156647007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7916FD1-AF3F-5FD0-D637-C0B79D4D40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9FB856A-666D-936E-4988-927B709BEFED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685464A-7E69-61F5-6F55-04F2F96FC72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56941BBF-675D-0D4C-5C07-A3BD43EDCA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7394933-F78C-3A14-3606-80ABB1E3BFB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9409C8E-96D5-BF7E-20B9-CC1CCDA959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6EFA7A1B-F944-4334-312A-9FEAD9B5D1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76E68C3-D0AD-BC8C-79A1-D30BC215E7B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AB9F85F-18B5-681C-05D3-BD9EE44845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74D769E4-D480-D45F-15B1-C5C629B5B9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BB8456A1-AA01-8FA4-C9FD-B3102C3A7C18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1AD0D98-E76D-1310-61C8-4C9E02244DF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1B4C8A4-D1B0-4337-DBCB-49E79BEBDA8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6A37A82-3AE0-3E36-7DDA-FF3D66D7E7A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35083AD-45D9-C6AB-681E-C411565676F1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0210A-892B-F92C-12A8-FA2592D85DE3}"/>
              </a:ext>
            </a:extLst>
          </p:cNvPr>
          <p:cNvSpPr txBox="1"/>
          <p:nvPr/>
        </p:nvSpPr>
        <p:spPr>
          <a:xfrm>
            <a:off x="6392769" y="1146935"/>
            <a:ext cx="5412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CONFORMATION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CFEF1C-A563-05C0-73DE-C31208E01A9C}"/>
              </a:ext>
            </a:extLst>
          </p:cNvPr>
          <p:cNvSpPr txBox="1"/>
          <p:nvPr/>
        </p:nvSpPr>
        <p:spPr>
          <a:xfrm>
            <a:off x="3039551" y="6611516"/>
            <a:ext cx="129320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the events that the student has successfully registered for.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view their registered event details 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gmail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7D9BC-3299-50E2-FA73-29F4A4A12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773" y="1977932"/>
            <a:ext cx="12399621" cy="420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03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77693" y="2019513"/>
            <a:ext cx="973593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paperwork and saves time.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event registration for students.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reports easily.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registrations and checks deadlines.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and system availability.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(can be improved with encryption).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server availability (Tomcat/MySQL).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313420" y="-353713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3573</TotalTime>
  <Words>1201</Words>
  <Application>Microsoft Office PowerPoint</Application>
  <PresentationFormat>Custom</PresentationFormat>
  <Paragraphs>337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</vt:lpstr>
      <vt:lpstr>Arial</vt:lpstr>
      <vt:lpstr>Calibri</vt:lpstr>
      <vt:lpstr>Wingdings</vt:lpstr>
      <vt:lpstr>Gotham Bold Italics</vt:lpstr>
      <vt:lpstr>Times New Roman</vt:lpstr>
      <vt:lpstr>Gotham</vt:lpstr>
      <vt:lpstr>Cambria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Jammula Rithik Reddy</cp:lastModifiedBy>
  <cp:revision>14</cp:revision>
  <dcterms:created xsi:type="dcterms:W3CDTF">2006-08-16T00:00:00Z</dcterms:created>
  <dcterms:modified xsi:type="dcterms:W3CDTF">2026-05-05T19:54:59Z</dcterms:modified>
  <dc:identifier>DAHCaYqJ9OU</dc:identifier>
</cp:coreProperties>
</file>