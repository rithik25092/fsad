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1" r:id="rId15"/>
    <p:sldId id="272" r:id="rId16"/>
    <p:sldId id="273" r:id="rId17"/>
    <p:sldId id="274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D99E-B79B-49B0-977B-2CDFB8FBFF9A}" v="21" dt="2026-05-05T15:53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 autoAdjust="0"/>
    <p:restoredTop sz="94635" autoAdjust="0"/>
  </p:normalViewPr>
  <p:slideViewPr>
    <p:cSldViewPr>
      <p:cViewPr varScale="1">
        <p:scale>
          <a:sx n="55" d="100"/>
          <a:sy n="55" d="100"/>
        </p:scale>
        <p:origin x="389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mula Rithik Reddy" userId="029ce14e3308eb32" providerId="LiveId" clId="{0FCB4C3E-D566-485D-A66D-43D35FFD99EC}"/>
    <pc:docChg chg="undo custSel addSld delSld modSld">
      <pc:chgData name="Jammula Rithik Reddy" userId="029ce14e3308eb32" providerId="LiveId" clId="{0FCB4C3E-D566-485D-A66D-43D35FFD99EC}" dt="2026-05-06T07:39:59.650" v="480" actId="20577"/>
      <pc:docMkLst>
        <pc:docMk/>
      </pc:docMkLst>
      <pc:sldChg chg="modSp mod">
        <pc:chgData name="Jammula Rithik Reddy" userId="029ce14e3308eb32" providerId="LiveId" clId="{0FCB4C3E-D566-485D-A66D-43D35FFD99EC}" dt="2026-05-06T07:39:59.650" v="480" actId="20577"/>
        <pc:sldMkLst>
          <pc:docMk/>
          <pc:sldMk cId="0" sldId="256"/>
        </pc:sldMkLst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4" creationId="{EA8EEF4A-EB43-B7D9-87FC-7C7D752BCA78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5" creationId="{6FF32D1A-2F9C-AC53-CCBD-ABF748DF236F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6" creationId="{A7AA51DE-E8D7-A1B4-BC0D-B25C8A0C467A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4" creationId="{BB0EB85C-D9CE-08DC-1131-77C9DD1A002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6" creationId="{55785AF5-58C8-2624-E1FD-4723B0683DE6}"/>
          </ac:spMkLst>
        </pc:spChg>
        <pc:spChg chg="mod">
          <ac:chgData name="Jammula Rithik Reddy" userId="029ce14e3308eb32" providerId="LiveId" clId="{0FCB4C3E-D566-485D-A66D-43D35FFD99EC}" dt="2026-05-06T07:39:59.650" v="480" actId="20577"/>
          <ac:spMkLst>
            <pc:docMk/>
            <pc:sldMk cId="0" sldId="256"/>
            <ac:spMk id="27" creationId="{AC6C53BF-3850-6683-E07F-D595EC8B02B2}"/>
          </ac:spMkLst>
        </pc:s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0" creationId="{00000000-0000-0000-0000-000000000000}"/>
          </ac:grpSpMkLst>
        </pc:gr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9" creationId="{00000000-0000-0000-0000-000000000000}"/>
          </ac:grpSpMkLst>
        </pc:grpChg>
        <pc:picChg chg="mod">
          <ac:chgData name="Jammula Rithik Reddy" userId="029ce14e3308eb32" providerId="LiveId" clId="{0FCB4C3E-D566-485D-A66D-43D35FFD99EC}" dt="2026-05-04T13:57:49.062" v="200" actId="1076"/>
          <ac:picMkLst>
            <pc:docMk/>
            <pc:sldMk cId="0" sldId="256"/>
            <ac:picMk id="23" creationId="{1194AAA3-5CF4-E695-04C9-0894FFF6F1F1}"/>
          </ac:picMkLst>
        </pc:picChg>
      </pc:sldChg>
      <pc:sldChg chg="addSp delSp modSp mod">
        <pc:chgData name="Jammula Rithik Reddy" userId="029ce14e3308eb32" providerId="LiveId" clId="{0FCB4C3E-D566-485D-A66D-43D35FFD99EC}" dt="2026-05-05T15:35:54.149" v="212" actId="1076"/>
        <pc:sldMkLst>
          <pc:docMk/>
          <pc:sldMk cId="0" sldId="261"/>
        </pc:sldMkLst>
        <pc:spChg chg="mod">
          <ac:chgData name="Jammula Rithik Reddy" userId="029ce14e3308eb32" providerId="LiveId" clId="{0FCB4C3E-D566-485D-A66D-43D35FFD99EC}" dt="2026-05-05T15:35:37.770" v="208"/>
          <ac:spMkLst>
            <pc:docMk/>
            <pc:sldMk cId="0" sldId="261"/>
            <ac:spMk id="43" creationId="{25F9D4B0-38FE-DBA4-164D-1745B68379A5}"/>
          </ac:spMkLst>
        </pc:spChg>
        <pc:picChg chg="add mod">
          <ac:chgData name="Jammula Rithik Reddy" userId="029ce14e3308eb32" providerId="LiveId" clId="{0FCB4C3E-D566-485D-A66D-43D35FFD99EC}" dt="2026-05-05T15:35:54.149" v="212" actId="1076"/>
          <ac:picMkLst>
            <pc:docMk/>
            <pc:sldMk cId="0" sldId="261"/>
            <ac:picMk id="4" creationId="{B969C0FA-58C8-80B6-D2E2-454C9E1298BC}"/>
          </ac:picMkLst>
        </pc:picChg>
        <pc:picChg chg="add del mod">
          <ac:chgData name="Jammula Rithik Reddy" userId="029ce14e3308eb32" providerId="LiveId" clId="{0FCB4C3E-D566-485D-A66D-43D35FFD99EC}" dt="2026-05-05T15:30:54.128" v="201" actId="478"/>
          <ac:picMkLst>
            <pc:docMk/>
            <pc:sldMk cId="0" sldId="261"/>
            <ac:picMk id="1028" creationId="{9204D599-0F1B-46FA-6D49-EDECA6D51F3B}"/>
          </ac:picMkLst>
        </pc:picChg>
      </pc:sldChg>
      <pc:sldChg chg="addSp delSp modSp mod">
        <pc:chgData name="Jammula Rithik Reddy" userId="029ce14e3308eb32" providerId="LiveId" clId="{0FCB4C3E-D566-485D-A66D-43D35FFD99EC}" dt="2026-05-05T15:36:40.088" v="216" actId="1076"/>
        <pc:sldMkLst>
          <pc:docMk/>
          <pc:sldMk cId="0" sldId="262"/>
        </pc:sldMkLst>
        <pc:picChg chg="del">
          <ac:chgData name="Jammula Rithik Reddy" userId="029ce14e3308eb32" providerId="LiveId" clId="{0FCB4C3E-D566-485D-A66D-43D35FFD99EC}" dt="2026-05-05T15:36:31.328" v="213" actId="478"/>
          <ac:picMkLst>
            <pc:docMk/>
            <pc:sldMk cId="0" sldId="262"/>
            <ac:picMk id="3" creationId="{5CB70045-5DFF-1322-8555-9B98CA3587F1}"/>
          </ac:picMkLst>
        </pc:picChg>
        <pc:picChg chg="add mod">
          <ac:chgData name="Jammula Rithik Reddy" userId="029ce14e3308eb32" providerId="LiveId" clId="{0FCB4C3E-D566-485D-A66D-43D35FFD99EC}" dt="2026-05-05T15:36:40.088" v="216" actId="1076"/>
          <ac:picMkLst>
            <pc:docMk/>
            <pc:sldMk cId="0" sldId="262"/>
            <ac:picMk id="4" creationId="{A3E2896C-C42F-CDC2-7A16-703F9046B51F}"/>
          </ac:picMkLst>
        </pc:picChg>
      </pc:sldChg>
      <pc:sldChg chg="modSp mod">
        <pc:chgData name="Jammula Rithik Reddy" userId="029ce14e3308eb32" providerId="LiveId" clId="{0FCB4C3E-D566-485D-A66D-43D35FFD99EC}" dt="2026-05-05T15:56:35.492" v="414" actId="20577"/>
        <pc:sldMkLst>
          <pc:docMk/>
          <pc:sldMk cId="0" sldId="263"/>
        </pc:sldMkLst>
        <pc:spChg chg="mod">
          <ac:chgData name="Jammula Rithik Reddy" userId="029ce14e3308eb32" providerId="LiveId" clId="{0FCB4C3E-D566-485D-A66D-43D35FFD99EC}" dt="2026-05-05T15:56:35.492" v="414" actId="20577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Jammula Rithik Reddy" userId="029ce14e3308eb32" providerId="LiveId" clId="{0FCB4C3E-D566-485D-A66D-43D35FFD99EC}" dt="2026-05-05T15:38:53.619" v="224" actId="1076"/>
        <pc:sldMkLst>
          <pc:docMk/>
          <pc:sldMk cId="0" sldId="265"/>
        </pc:sldMkLst>
        <pc:grpChg chg="mod">
          <ac:chgData name="Jammula Rithik Reddy" userId="029ce14e3308eb32" providerId="LiveId" clId="{0FCB4C3E-D566-485D-A66D-43D35FFD99EC}" dt="2026-05-05T15:38:53.619" v="224" actId="1076"/>
          <ac:grpSpMkLst>
            <pc:docMk/>
            <pc:sldMk cId="0" sldId="265"/>
            <ac:grpSpMk id="44" creationId="{00000000-0000-0000-0000-000000000000}"/>
          </ac:grpSpMkLst>
        </pc:grpChg>
      </pc:sldChg>
      <pc:sldChg chg="addSp delSp modSp mod">
        <pc:chgData name="Jammula Rithik Reddy" userId="029ce14e3308eb32" providerId="LiveId" clId="{0FCB4C3E-D566-485D-A66D-43D35FFD99EC}" dt="2026-05-05T15:47:08.151" v="233" actId="1076"/>
        <pc:sldMkLst>
          <pc:docMk/>
          <pc:sldMk cId="1998101144" sldId="266"/>
        </pc:sldMkLst>
        <pc:picChg chg="del">
          <ac:chgData name="Jammula Rithik Reddy" userId="029ce14e3308eb32" providerId="LiveId" clId="{0FCB4C3E-D566-485D-A66D-43D35FFD99EC}" dt="2026-05-05T15:37:30.019" v="217" actId="478"/>
          <ac:picMkLst>
            <pc:docMk/>
            <pc:sldMk cId="1998101144" sldId="266"/>
            <ac:picMk id="4" creationId="{A0065497-6A11-BD4F-28E7-68BEB8D19227}"/>
          </ac:picMkLst>
        </pc:picChg>
        <pc:picChg chg="add mod">
          <ac:chgData name="Jammula Rithik Reddy" userId="029ce14e3308eb32" providerId="LiveId" clId="{0FCB4C3E-D566-485D-A66D-43D35FFD99EC}" dt="2026-05-05T15:47:08.151" v="233" actId="1076"/>
          <ac:picMkLst>
            <pc:docMk/>
            <pc:sldMk cId="1998101144" sldId="266"/>
            <ac:picMk id="5" creationId="{EC7272ED-2DF8-40EE-2312-4729A2CEA424}"/>
          </ac:picMkLst>
        </pc:picChg>
      </pc:sldChg>
      <pc:sldChg chg="addSp delSp modSp mod">
        <pc:chgData name="Jammula Rithik Reddy" userId="029ce14e3308eb32" providerId="LiveId" clId="{0FCB4C3E-D566-485D-A66D-43D35FFD99EC}" dt="2026-05-05T15:50:40.395" v="279" actId="1076"/>
        <pc:sldMkLst>
          <pc:docMk/>
          <pc:sldMk cId="47544820" sldId="267"/>
        </pc:sldMkLst>
        <pc:picChg chg="add mod">
          <ac:chgData name="Jammula Rithik Reddy" userId="029ce14e3308eb32" providerId="LiveId" clId="{0FCB4C3E-D566-485D-A66D-43D35FFD99EC}" dt="2026-05-05T15:50:40.395" v="279" actId="1076"/>
          <ac:picMkLst>
            <pc:docMk/>
            <pc:sldMk cId="47544820" sldId="267"/>
            <ac:picMk id="4" creationId="{07013563-E695-BD77-8165-F20BB94527F2}"/>
          </ac:picMkLst>
        </pc:picChg>
        <pc:picChg chg="del">
          <ac:chgData name="Jammula Rithik Reddy" userId="029ce14e3308eb32" providerId="LiveId" clId="{0FCB4C3E-D566-485D-A66D-43D35FFD99EC}" dt="2026-05-05T15:38:10.617" v="219" actId="478"/>
          <ac:picMkLst>
            <pc:docMk/>
            <pc:sldMk cId="47544820" sldId="267"/>
            <ac:picMk id="6" creationId="{8F450012-66D1-BD28-64FA-6C6C0077BEF5}"/>
          </ac:picMkLst>
        </pc:picChg>
      </pc:sldChg>
      <pc:sldChg chg="addSp delSp modSp mod">
        <pc:chgData name="Jammula Rithik Reddy" userId="029ce14e3308eb32" providerId="LiveId" clId="{0FCB4C3E-D566-485D-A66D-43D35FFD99EC}" dt="2026-05-05T15:49:07.467" v="253" actId="1076"/>
        <pc:sldMkLst>
          <pc:docMk/>
          <pc:sldMk cId="84889951" sldId="268"/>
        </pc:sldMkLst>
        <pc:picChg chg="add mod">
          <ac:chgData name="Jammula Rithik Reddy" userId="029ce14e3308eb32" providerId="LiveId" clId="{0FCB4C3E-D566-485D-A66D-43D35FFD99EC}" dt="2026-05-05T15:49:07.467" v="253" actId="1076"/>
          <ac:picMkLst>
            <pc:docMk/>
            <pc:sldMk cId="84889951" sldId="268"/>
            <ac:picMk id="4" creationId="{D23A12D8-69A2-5BFC-52EE-37AFB5982E48}"/>
          </ac:picMkLst>
        </pc:picChg>
        <pc:picChg chg="del">
          <ac:chgData name="Jammula Rithik Reddy" userId="029ce14e3308eb32" providerId="LiveId" clId="{0FCB4C3E-D566-485D-A66D-43D35FFD99EC}" dt="2026-05-05T15:38:15.041" v="220" actId="478"/>
          <ac:picMkLst>
            <pc:docMk/>
            <pc:sldMk cId="84889951" sldId="268"/>
            <ac:picMk id="6" creationId="{57583C7C-45DA-B550-3815-3E81753F2F4F}"/>
          </ac:picMkLst>
        </pc:picChg>
      </pc:sldChg>
      <pc:sldChg chg="addSp delSp modSp mod">
        <pc:chgData name="Jammula Rithik Reddy" userId="029ce14e3308eb32" providerId="LiveId" clId="{0FCB4C3E-D566-485D-A66D-43D35FFD99EC}" dt="2026-05-05T15:50:15.541" v="273" actId="14100"/>
        <pc:sldMkLst>
          <pc:docMk/>
          <pc:sldMk cId="3981187392" sldId="269"/>
        </pc:sldMkLst>
        <pc:picChg chg="add del mod">
          <ac:chgData name="Jammula Rithik Reddy" userId="029ce14e3308eb32" providerId="LiveId" clId="{0FCB4C3E-D566-485D-A66D-43D35FFD99EC}" dt="2026-05-05T15:49:55.601" v="263" actId="478"/>
          <ac:picMkLst>
            <pc:docMk/>
            <pc:sldMk cId="3981187392" sldId="269"/>
            <ac:picMk id="4" creationId="{D24E051E-EBCB-A897-F44C-C3688AD92C2C}"/>
          </ac:picMkLst>
        </pc:picChg>
        <pc:picChg chg="del">
          <ac:chgData name="Jammula Rithik Reddy" userId="029ce14e3308eb32" providerId="LiveId" clId="{0FCB4C3E-D566-485D-A66D-43D35FFD99EC}" dt="2026-05-05T15:38:07.493" v="218" actId="478"/>
          <ac:picMkLst>
            <pc:docMk/>
            <pc:sldMk cId="3981187392" sldId="269"/>
            <ac:picMk id="6" creationId="{63C1089E-D54C-1833-0775-09D807C76846}"/>
          </ac:picMkLst>
        </pc:picChg>
        <pc:picChg chg="add mod">
          <ac:chgData name="Jammula Rithik Reddy" userId="029ce14e3308eb32" providerId="LiveId" clId="{0FCB4C3E-D566-485D-A66D-43D35FFD99EC}" dt="2026-05-05T15:50:15.541" v="273" actId="14100"/>
          <ac:picMkLst>
            <pc:docMk/>
            <pc:sldMk cId="3981187392" sldId="269"/>
            <ac:picMk id="39" creationId="{6593B62A-132F-D20E-949B-4D3A9A5A5484}"/>
          </ac:picMkLst>
        </pc:picChg>
      </pc:sldChg>
      <pc:sldChg chg="addSp delSp modSp mod">
        <pc:chgData name="Jammula Rithik Reddy" userId="029ce14e3308eb32" providerId="LiveId" clId="{0FCB4C3E-D566-485D-A66D-43D35FFD99EC}" dt="2026-05-05T15:49:30.066" v="262" actId="1076"/>
        <pc:sldMkLst>
          <pc:docMk/>
          <pc:sldMk cId="2843186737" sldId="271"/>
        </pc:sldMkLst>
        <pc:picChg chg="add mod">
          <ac:chgData name="Jammula Rithik Reddy" userId="029ce14e3308eb32" providerId="LiveId" clId="{0FCB4C3E-D566-485D-A66D-43D35FFD99EC}" dt="2026-05-05T15:49:30.066" v="262" actId="1076"/>
          <ac:picMkLst>
            <pc:docMk/>
            <pc:sldMk cId="2843186737" sldId="271"/>
            <ac:picMk id="3" creationId="{222CC9BA-17E0-F5F9-925C-6CB8AA430AB4}"/>
          </ac:picMkLst>
        </pc:picChg>
        <pc:picChg chg="del">
          <ac:chgData name="Jammula Rithik Reddy" userId="029ce14e3308eb32" providerId="LiveId" clId="{0FCB4C3E-D566-485D-A66D-43D35FFD99EC}" dt="2026-05-05T15:38:16.783" v="221" actId="478"/>
          <ac:picMkLst>
            <pc:docMk/>
            <pc:sldMk cId="2843186737" sldId="271"/>
            <ac:picMk id="5" creationId="{D7DF7773-657D-BB4A-8509-1F7A1CB17CFB}"/>
          </ac:picMkLst>
        </pc:picChg>
      </pc:sldChg>
      <pc:sldChg chg="addSp delSp modSp mod">
        <pc:chgData name="Jammula Rithik Reddy" userId="029ce14e3308eb32" providerId="LiveId" clId="{0FCB4C3E-D566-485D-A66D-43D35FFD99EC}" dt="2026-05-05T15:50:59.590" v="285" actId="1076"/>
        <pc:sldMkLst>
          <pc:docMk/>
          <pc:sldMk cId="1683621742" sldId="272"/>
        </pc:sldMkLst>
        <pc:picChg chg="add mod">
          <ac:chgData name="Jammula Rithik Reddy" userId="029ce14e3308eb32" providerId="LiveId" clId="{0FCB4C3E-D566-485D-A66D-43D35FFD99EC}" dt="2026-05-05T15:50:59.590" v="285" actId="1076"/>
          <ac:picMkLst>
            <pc:docMk/>
            <pc:sldMk cId="1683621742" sldId="272"/>
            <ac:picMk id="3" creationId="{841EA236-7934-05D7-CB4C-1C1C0CEFC452}"/>
          </ac:picMkLst>
        </pc:picChg>
        <pc:picChg chg="del">
          <ac:chgData name="Jammula Rithik Reddy" userId="029ce14e3308eb32" providerId="LiveId" clId="{0FCB4C3E-D566-485D-A66D-43D35FFD99EC}" dt="2026-05-05T15:38:19.200" v="222" actId="478"/>
          <ac:picMkLst>
            <pc:docMk/>
            <pc:sldMk cId="1683621742" sldId="272"/>
            <ac:picMk id="4" creationId="{FC920B30-A981-8940-8115-D8986A5649AD}"/>
          </ac:picMkLst>
        </pc:picChg>
      </pc:sldChg>
      <pc:sldChg chg="addSp delSp modSp mod">
        <pc:chgData name="Jammula Rithik Reddy" userId="029ce14e3308eb32" providerId="LiveId" clId="{0FCB4C3E-D566-485D-A66D-43D35FFD99EC}" dt="2026-05-05T15:51:15.284" v="292" actId="14100"/>
        <pc:sldMkLst>
          <pc:docMk/>
          <pc:sldMk cId="4226093522" sldId="273"/>
        </pc:sldMkLst>
        <pc:picChg chg="add mod">
          <ac:chgData name="Jammula Rithik Reddy" userId="029ce14e3308eb32" providerId="LiveId" clId="{0FCB4C3E-D566-485D-A66D-43D35FFD99EC}" dt="2026-05-05T15:51:15.284" v="292" actId="14100"/>
          <ac:picMkLst>
            <pc:docMk/>
            <pc:sldMk cId="4226093522" sldId="273"/>
            <ac:picMk id="3" creationId="{3D769A01-DC55-2824-2500-81F58E44D7F9}"/>
          </ac:picMkLst>
        </pc:picChg>
        <pc:picChg chg="del">
          <ac:chgData name="Jammula Rithik Reddy" userId="029ce14e3308eb32" providerId="LiveId" clId="{0FCB4C3E-D566-485D-A66D-43D35FFD99EC}" dt="2026-05-05T15:38:21.354" v="223" actId="478"/>
          <ac:picMkLst>
            <pc:docMk/>
            <pc:sldMk cId="4226093522" sldId="273"/>
            <ac:picMk id="38" creationId="{0A5496D9-FD73-0B68-75A4-2F80EF0E2AA3}"/>
          </ac:picMkLst>
        </pc:picChg>
      </pc:sldChg>
      <pc:sldChg chg="addSp delSp modSp add mod">
        <pc:chgData name="Jammula Rithik Reddy" userId="029ce14e3308eb32" providerId="LiveId" clId="{0FCB4C3E-D566-485D-A66D-43D35FFD99EC}" dt="2026-05-05T15:59:18.878" v="472" actId="20577"/>
        <pc:sldMkLst>
          <pc:docMk/>
          <pc:sldMk cId="946803988" sldId="274"/>
        </pc:sldMkLst>
        <pc:spChg chg="mod">
          <ac:chgData name="Jammula Rithik Reddy" userId="029ce14e3308eb32" providerId="LiveId" clId="{0FCB4C3E-D566-485D-A66D-43D35FFD99EC}" dt="2026-05-05T15:58:12.410" v="439" actId="20577"/>
          <ac:spMkLst>
            <pc:docMk/>
            <pc:sldMk cId="946803988" sldId="274"/>
            <ac:spMk id="6" creationId="{66C0210A-892B-F92C-12A8-FA2592D85DE3}"/>
          </ac:spMkLst>
        </pc:spChg>
        <pc:spChg chg="mod">
          <ac:chgData name="Jammula Rithik Reddy" userId="029ce14e3308eb32" providerId="LiveId" clId="{0FCB4C3E-D566-485D-A66D-43D35FFD99EC}" dt="2026-05-05T15:57:49.560" v="421" actId="20577"/>
          <ac:spMkLst>
            <pc:docMk/>
            <pc:sldMk cId="946803988" sldId="274"/>
            <ac:spMk id="9" creationId="{14B53F64-8DEF-D38A-C217-0E62BB2A4F6C}"/>
          </ac:spMkLst>
        </pc:spChg>
        <pc:spChg chg="mod">
          <ac:chgData name="Jammula Rithik Reddy" userId="029ce14e3308eb32" providerId="LiveId" clId="{0FCB4C3E-D566-485D-A66D-43D35FFD99EC}" dt="2026-05-05T15:59:18.878" v="472" actId="20577"/>
          <ac:spMkLst>
            <pc:docMk/>
            <pc:sldMk cId="946803988" sldId="274"/>
            <ac:spMk id="40" creationId="{DDCFEF1C-A563-05C0-73DE-C31208E01A9C}"/>
          </ac:spMkLst>
        </pc:spChg>
        <pc:picChg chg="del">
          <ac:chgData name="Jammula Rithik Reddy" userId="029ce14e3308eb32" providerId="LiveId" clId="{0FCB4C3E-D566-485D-A66D-43D35FFD99EC}" dt="2026-05-05T15:58:18.925" v="440" actId="478"/>
          <ac:picMkLst>
            <pc:docMk/>
            <pc:sldMk cId="946803988" sldId="274"/>
            <ac:picMk id="3" creationId="{30AF1C81-9535-ECB0-A110-2F9F55D0A907}"/>
          </ac:picMkLst>
        </pc:picChg>
        <pc:picChg chg="add mod">
          <ac:chgData name="Jammula Rithik Reddy" userId="029ce14e3308eb32" providerId="LiveId" clId="{0FCB4C3E-D566-485D-A66D-43D35FFD99EC}" dt="2026-05-05T15:58:49.647" v="446" actId="1076"/>
          <ac:picMkLst>
            <pc:docMk/>
            <pc:sldMk cId="946803988" sldId="274"/>
            <ac:picMk id="4" creationId="{4807D9BC-3299-50E2-FA73-29F4A4A12790}"/>
          </ac:picMkLst>
        </pc:picChg>
      </pc:sldChg>
      <pc:sldChg chg="new del">
        <pc:chgData name="Jammula Rithik Reddy" userId="029ce14e3308eb32" providerId="LiveId" clId="{0FCB4C3E-D566-485D-A66D-43D35FFD99EC}" dt="2026-05-05T15:57:12.454" v="416" actId="47"/>
        <pc:sldMkLst>
          <pc:docMk/>
          <pc:sldMk cId="1556246626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13EE-536D-B96D-2EA3-B6BF8E79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2F2B-BE38-D411-F08B-1D2BB2C6C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3865F-153D-3087-E712-2C5AEEC5C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8A81-96CE-D047-7FE9-8AE846B4C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9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685888" y="-95564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041924" y="-13069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243" y="2728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283802" y="16846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16635" y="33485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651557" y="39741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3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47800" y="61341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17670" y="78867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J.Rithik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Reddy – VTU25092 – 23UECS0744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868835" y="78947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33600" y="70485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175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academic institutions, event registration and management are handled manually or through unorganized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confusion, duplicate registrations, and difficulty in tracking student participation.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deadlines and maintaining accurate records becomes challenging for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Academic Campus Event &amp; Registration Portal provides a centralized digital 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for events and view their participation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registrations, generate reports, and manage event details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transparency, prevents duplicate registrations, and enforces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digital campus transformation and enhances overall academic engagement.</a:t>
            </a:r>
          </a:p>
          <a:p>
            <a:pPr marL="457200" indent="-457200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 conduct multiple technical, cultural, and sports events throughout the year.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registrations manually or through informal methods leads to data mismanagement.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register multiple times or miss deadlines due to lack of proper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face difficulty in monitoring participant lists and generating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mechanism to prevent duplicate registrations and enforce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participation records are not centrally stored or easily accessible.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validation mechanisms affects transparency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structured and automated event registration system is required.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Academic Campus Event &amp; Registration Portal for automated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login, duplicate registration prevention, deadline validation, and real-time report generation for students and administrators.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04900"/>
            <a:ext cx="15082325" cy="1431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login details, event selection, registration requests.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Authentication, duplicate registration check, deadline validation, data retrieval and report generation.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Stores student details, admin details, event information, and registrations.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Registration confirmation, error messages, student report, and admin summary report.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9C0FA-58C8-80B6-D2E2-454C9E12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76" y="1634731"/>
            <a:ext cx="107030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2896C-C42F-CDC2-7A16-703F9046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991" y="1638300"/>
            <a:ext cx="14630400" cy="8037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Frontend:</a:t>
            </a:r>
            <a:br>
              <a:rPr lang="en-IN" sz="3200" dirty="0"/>
            </a:br>
            <a:r>
              <a:rPr lang="en-IN" sz="3200" dirty="0"/>
              <a:t>        - HTML5, CSS3,Thymeleaf,JavaScript (ES6)</a:t>
            </a:r>
          </a:p>
          <a:p>
            <a:r>
              <a:rPr lang="en-IN" sz="3200" b="1" dirty="0"/>
              <a:t>Backend:</a:t>
            </a:r>
            <a:br>
              <a:rPr lang="en-IN" sz="3200" dirty="0"/>
            </a:br>
            <a:r>
              <a:rPr lang="en-IN" sz="3200" dirty="0"/>
              <a:t>        - Java (Spring Boot),Spring </a:t>
            </a:r>
            <a:r>
              <a:rPr lang="en-IN" sz="3200" dirty="0" err="1"/>
              <a:t>MVC,Spring</a:t>
            </a:r>
            <a:r>
              <a:rPr lang="en-IN" sz="3200" dirty="0"/>
              <a:t> </a:t>
            </a:r>
            <a:r>
              <a:rPr lang="en-IN" sz="3200" dirty="0" err="1"/>
              <a:t>Security,Spring</a:t>
            </a:r>
            <a:r>
              <a:rPr lang="en-IN" sz="3200" dirty="0"/>
              <a:t> Data JPA (Hibernate)</a:t>
            </a:r>
          </a:p>
          <a:p>
            <a:r>
              <a:rPr lang="en-IN" sz="3200" b="1" dirty="0"/>
              <a:t>Database:</a:t>
            </a:r>
            <a:br>
              <a:rPr lang="en-IN" sz="3200" dirty="0"/>
            </a:br>
            <a:r>
              <a:rPr lang="en-IN" sz="3200" dirty="0"/>
              <a:t>        - MySQL</a:t>
            </a:r>
          </a:p>
          <a:p>
            <a:r>
              <a:rPr lang="en-IN" sz="3200" b="1" dirty="0"/>
              <a:t>Tools:</a:t>
            </a:r>
            <a:br>
              <a:rPr lang="en-IN" sz="3200" dirty="0"/>
            </a:br>
            <a:r>
              <a:rPr lang="en-IN" sz="3200" dirty="0"/>
              <a:t>        - Apache Tomcat (Embedded Server),Visual Studio Code / IntelliJ </a:t>
            </a:r>
            <a:r>
              <a:rPr lang="en-IN" sz="3200" dirty="0" err="1"/>
              <a:t>IDEA,MySQL</a:t>
            </a:r>
            <a:r>
              <a:rPr lang="en-IN" sz="3200" dirty="0"/>
              <a:t> </a:t>
            </a:r>
            <a:r>
              <a:rPr lang="en-IN" sz="3200" dirty="0" err="1"/>
              <a:t>Workbench,Maven</a:t>
            </a:r>
            <a:endParaRPr lang="en-IN" sz="3200" dirty="0"/>
          </a:p>
          <a:p>
            <a:r>
              <a:rPr lang="en-IN" sz="3200" b="1" dirty="0"/>
              <a:t>Hardware/Software Requirements:</a:t>
            </a:r>
            <a:br>
              <a:rPr lang="en-IN" sz="3200" dirty="0"/>
            </a:br>
            <a:r>
              <a:rPr lang="en-IN" sz="3200" dirty="0"/>
              <a:t>        - System with minimum 4GB RAM</a:t>
            </a:r>
            <a:br>
              <a:rPr lang="en-IN" sz="3200" dirty="0"/>
            </a:br>
            <a:r>
              <a:rPr lang="en-IN" sz="3200" dirty="0"/>
              <a:t>        - JDK 17 or above (or JDK 8+)</a:t>
            </a:r>
            <a:br>
              <a:rPr lang="en-IN" sz="3200" dirty="0"/>
            </a:br>
            <a:r>
              <a:rPr lang="en-IN" sz="3200" dirty="0"/>
              <a:t>        - Apache Tomcat (Embedded with Spring Boot)</a:t>
            </a:r>
            <a:br>
              <a:rPr lang="en-IN" sz="3200" dirty="0"/>
            </a:br>
            <a:r>
              <a:rPr lang="en-IN" sz="3200" dirty="0"/>
              <a:t>        - MySQL </a:t>
            </a:r>
            <a:r>
              <a:rPr lang="en-IN" sz="3200" dirty="0" err="1"/>
              <a:t>Server,Web</a:t>
            </a:r>
            <a:r>
              <a:rPr lang="en-IN" sz="3200" dirty="0"/>
              <a:t> Browser (Google Chrome / Edge)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event viewing, event registration, and viewing registered events.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login, event creation, and viewing all student registrations.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details, registration deadlines, duplicate checks, and event updates.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registration reports where students see their own registrations and admin sees complete event summaries.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3675979" y="7646357"/>
            <a:ext cx="105576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entry page of the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or log in, and admin can log in from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272ED-2DF8-40EE-2312-4729A2CEA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453" y="2114180"/>
            <a:ext cx="12034431" cy="51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579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12918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the admin to log in using username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login, the admin can view registration reports.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593B62A-132F-D20E-949B-4D3A9A5A5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359" y="2312217"/>
            <a:ext cx="10226641" cy="455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4063157" y="1270883"/>
            <a:ext cx="1053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EVENT REGISTRATION SUMMARY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7" y="7227433"/>
            <a:ext cx="134575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event registrations of the students.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each event with the total number of registered students and their names.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13563-E695-BD77-8165-F20BB9452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523" y="2355095"/>
            <a:ext cx="13102837" cy="443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82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0" y="7246464"/>
            <a:ext cx="12672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new students to create an account by entering their details.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registration, they can log in and register for events.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A12D8-69A2-5BFC-52EE-37AFB5982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48" y="2041928"/>
            <a:ext cx="13074522" cy="50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510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0" y="7055740"/>
            <a:ext cx="129221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registered students to log in using their email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login, they can view and register for available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CC9BA-17E0-F5F9-925C-6CB8AA430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668" y="1821940"/>
            <a:ext cx="12088950" cy="52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87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F6BE5-DE54-49A9-80EA-ABC7EED6EBE7}"/>
              </a:ext>
            </a:extLst>
          </p:cNvPr>
          <p:cNvSpPr txBox="1"/>
          <p:nvPr/>
        </p:nvSpPr>
        <p:spPr>
          <a:xfrm>
            <a:off x="3532417" y="6821859"/>
            <a:ext cx="14030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available events with details like date, venue, and description.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directly from this dashboard.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EA236-7934-05D7-CB4C-1C1C0CEFC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06" y="1919375"/>
            <a:ext cx="13464403" cy="49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8379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REGISTERED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one place.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69A01-DC55-2824-2500-81F58E44D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754" y="1950970"/>
            <a:ext cx="12058864" cy="46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03E36-16F8-1D01-DE95-D976AAF9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30314E4-2451-345D-46A6-C12C465AB22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75FBEEA-B15B-9942-ED37-3D00511ABA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4B53F64-8DEF-D38A-C217-0E62BB2A4F6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5ECDFCD-6A95-ED4E-E887-83073D52C7F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75CF63-7AD7-3025-D50D-482E23BD23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321DD4-0A68-2A0D-AAF2-977652B2B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23128D4-8F9D-2B4B-FF0A-E4D36763A04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BB5ACCB-5F1D-AB63-E3ED-BF52C5878E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8BB35B3-D991-4098-8A64-F8CE1A95FEB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33A9220-5FD8-C65B-265C-7C12B7AB293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4F6C814-6D69-3883-B879-ED378AF218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273EDFF-112A-251C-2FAE-1D20ACC4A9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B4A5C20-F25B-A4C8-DCCD-353C8C561B3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C317FBA-0305-0107-3DDB-11AB5FEA51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DF9B939-9D87-33A2-7D70-A8BFF4771E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CEBD53C-31C7-5263-C799-203BEF261CA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2E033D-ECB9-708B-D235-0C156647007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7916FD1-AF3F-5FD0-D637-C0B79D4D40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9FB856A-666D-936E-4988-927B709BEF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685464A-7E69-61F5-6F55-04F2F96FC72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6941BBF-675D-0D4C-5C07-A3BD43EDCA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7394933-F78C-3A14-3606-80ABB1E3BFB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9409C8E-96D5-BF7E-20B9-CC1CCDA959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EFA7A1B-F944-4334-312A-9FEAD9B5D1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76E68C3-D0AD-BC8C-79A1-D30BC215E7B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AB9F85F-18B5-681C-05D3-BD9EE44845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4D769E4-D480-D45F-15B1-C5C629B5B9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BB8456A1-AA01-8FA4-C9FD-B3102C3A7C18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1AD0D98-E76D-1310-61C8-4C9E02244DF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1B4C8A4-D1B0-4337-DBCB-49E79BEBD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6A37A82-3AE0-3E36-7DDA-FF3D66D7E7A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5083AD-45D9-C6AB-681E-C411565676F1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0210A-892B-F92C-12A8-FA2592D85DE3}"/>
              </a:ext>
            </a:extLst>
          </p:cNvPr>
          <p:cNvSpPr txBox="1"/>
          <p:nvPr/>
        </p:nvSpPr>
        <p:spPr>
          <a:xfrm>
            <a:off x="6392769" y="1146935"/>
            <a:ext cx="5412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CONFORMATION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CFEF1C-A563-05C0-73DE-C31208E01A9C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7D9BC-3299-50E2-FA73-29F4A4A1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73" y="1977932"/>
            <a:ext cx="12399621" cy="42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0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973593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saves time.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reports easily.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 and checks deadlines.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and system availability.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 with encryption).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server availability (Tomcat/MySQL).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313420" y="-353713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1201</Words>
  <Application>Microsoft Office PowerPoint</Application>
  <PresentationFormat>Custom</PresentationFormat>
  <Paragraphs>337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Gotham Bold Italics</vt:lpstr>
      <vt:lpstr>Gotham</vt:lpstr>
      <vt:lpstr>Cambria</vt:lpstr>
      <vt:lpstr>Aptos</vt:lpstr>
      <vt:lpstr>Arial</vt:lpstr>
      <vt:lpstr>Times New Roman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Jammula Rithik Reddy</cp:lastModifiedBy>
  <cp:revision>13</cp:revision>
  <dcterms:created xsi:type="dcterms:W3CDTF">2006-08-16T00:00:00Z</dcterms:created>
  <dcterms:modified xsi:type="dcterms:W3CDTF">2026-05-06T07:40:04Z</dcterms:modified>
  <dc:identifier>DAHCaYqJ9OU</dc:identifier>
</cp:coreProperties>
</file>